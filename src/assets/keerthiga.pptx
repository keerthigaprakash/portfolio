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keerthigaprakash@gmail.com" userId="d55b4310b8c9b4c7" providerId="LiveId" clId="{C39DB582-8348-46E9-915B-B9C9789A552B}"/>
    <pc:docChg chg="modSld">
      <pc:chgData name="kkeerthigaprakash@gmail.com" userId="d55b4310b8c9b4c7" providerId="LiveId" clId="{C39DB582-8348-46E9-915B-B9C9789A552B}" dt="2024-12-10T14:54:57.695" v="79" actId="20577"/>
      <pc:docMkLst>
        <pc:docMk/>
      </pc:docMkLst>
      <pc:sldChg chg="modSp mod">
        <pc:chgData name="kkeerthigaprakash@gmail.com" userId="d55b4310b8c9b4c7" providerId="LiveId" clId="{C39DB582-8348-46E9-915B-B9C9789A552B}" dt="2024-12-10T14:54:57.695" v="79" actId="20577"/>
        <pc:sldMkLst>
          <pc:docMk/>
          <pc:sldMk cId="2039325431" sldId="256"/>
        </pc:sldMkLst>
        <pc:spChg chg="mod">
          <ac:chgData name="kkeerthigaprakash@gmail.com" userId="d55b4310b8c9b4c7" providerId="LiveId" clId="{C39DB582-8348-46E9-915B-B9C9789A552B}" dt="2024-12-10T14:54:57.695" v="79" actId="20577"/>
          <ac:spMkLst>
            <pc:docMk/>
            <pc:sldMk cId="2039325431" sldId="256"/>
            <ac:spMk id="2" creationId="{1BBF8338-CF26-7DCA-A2AB-9F6593B030F7}"/>
          </ac:spMkLst>
        </pc:spChg>
        <pc:spChg chg="mod">
          <ac:chgData name="kkeerthigaprakash@gmail.com" userId="d55b4310b8c9b4c7" providerId="LiveId" clId="{C39DB582-8348-46E9-915B-B9C9789A552B}" dt="2024-12-10T14:54:52.347" v="48" actId="20577"/>
          <ac:spMkLst>
            <pc:docMk/>
            <pc:sldMk cId="2039325431" sldId="256"/>
            <ac:spMk id="3" creationId="{1890AC02-4D6E-6C98-BFF1-FD23613A51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8338-CF26-7DCA-A2AB-9F6593B03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0AC02-4D6E-6C98-BFF1-FD23613A5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6900" dirty="0"/>
          </a:p>
        </p:txBody>
      </p:sp>
    </p:spTree>
    <p:extLst>
      <p:ext uri="{BB962C8B-B14F-4D97-AF65-F5344CB8AC3E}">
        <p14:creationId xmlns:p14="http://schemas.microsoft.com/office/powerpoint/2010/main" val="203932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B131-1451-4E71-D591-FB0085FF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6583-7FC8-CADE-6972-30C262F8F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46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940B-7489-48F7-F7BA-8BCE6D20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BDA4F-0C91-CBFE-3BFC-C0BC262AB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4490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kkeerthigaprakash@gmail.com</dc:creator>
  <cp:lastModifiedBy>kkeerthigaprakash@gmail.com</cp:lastModifiedBy>
  <cp:revision>1</cp:revision>
  <dcterms:created xsi:type="dcterms:W3CDTF">2024-12-10T14:47:01Z</dcterms:created>
  <dcterms:modified xsi:type="dcterms:W3CDTF">2024-12-10T14:55:00Z</dcterms:modified>
</cp:coreProperties>
</file>